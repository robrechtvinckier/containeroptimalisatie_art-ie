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5" r:id="rId3"/>
    <p:sldId id="264" r:id="rId4"/>
    <p:sldId id="260" r:id="rId5"/>
    <p:sldId id="266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33987-16E0-B743-B68D-3C7230F43AFD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1C297-F7BD-794B-B4E5-2A3A3017B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0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 neem je mee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Andere haven 100km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vandaan</a:t>
            </a:r>
            <a:br>
              <a:rPr lang="en-US" dirty="0"/>
            </a:br>
            <a:r>
              <a:rPr lang="en-US" dirty="0"/>
              <a:t>Zeebrugge, </a:t>
            </a:r>
            <a:r>
              <a:rPr lang="en-US"/>
              <a:t>het is </a:t>
            </a:r>
            <a:r>
              <a:rPr lang="en-US" dirty="0"/>
              <a:t>6 </a:t>
            </a:r>
            <a:r>
              <a:rPr lang="en-US" dirty="0" err="1"/>
              <a:t>uur</a:t>
            </a:r>
            <a:r>
              <a:rPr lang="en-US" dirty="0"/>
              <a:t> </a:t>
            </a:r>
            <a:r>
              <a:rPr lang="en-US" dirty="0" err="1"/>
              <a:t>sochtend</a:t>
            </a:r>
            <a:r>
              <a:rPr lang="en-US" dirty="0"/>
              <a:t>. Er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schip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</a:t>
            </a:r>
            <a:r>
              <a:rPr lang="en-US" dirty="0" err="1"/>
              <a:t>varen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9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</a:t>
            </a:r>
            <a:r>
              <a:rPr lang="en-US" dirty="0" err="1"/>
              <a:t>derik</a:t>
            </a:r>
            <a:r>
              <a:rPr lang="en-US" dirty="0"/>
              <a:t> </a:t>
            </a:r>
            <a:r>
              <a:rPr lang="en-US" dirty="0" err="1"/>
              <a:t>hij</a:t>
            </a:r>
            <a:r>
              <a:rPr lang="en-US" dirty="0"/>
              <a:t> is </a:t>
            </a:r>
            <a:r>
              <a:rPr lang="en-US" dirty="0" err="1"/>
              <a:t>verandwoordelijk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het in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uiladen</a:t>
            </a:r>
            <a:r>
              <a:rPr lang="en-US" dirty="0"/>
              <a:t> van het </a:t>
            </a:r>
            <a:r>
              <a:rPr lang="en-US" dirty="0" err="1"/>
              <a:t>schip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46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</a:t>
            </a:r>
            <a:r>
              <a:rPr lang="en-US" dirty="0" err="1"/>
              <a:t>staat</a:t>
            </a:r>
            <a:r>
              <a:rPr lang="en-US" dirty="0"/>
              <a:t> het </a:t>
            </a:r>
            <a:r>
              <a:rPr lang="en-US" dirty="0" err="1"/>
              <a:t>schip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dock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de </a:t>
            </a:r>
            <a:r>
              <a:rPr lang="en-US" dirty="0" err="1"/>
              <a:t>eerste</a:t>
            </a:r>
            <a:r>
              <a:rPr lang="en-US" dirty="0"/>
              <a:t> container </a:t>
            </a:r>
            <a:r>
              <a:rPr lang="en-US" dirty="0" err="1"/>
              <a:t>kan</a:t>
            </a:r>
            <a:r>
              <a:rPr lang="en-US" dirty="0"/>
              <a:t> er op. maar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natuurlijk</a:t>
            </a:r>
            <a:r>
              <a:rPr lang="en-US" dirty="0"/>
              <a:t> </a:t>
            </a:r>
            <a:r>
              <a:rPr lang="en-US" dirty="0" err="1"/>
              <a:t>ergens</a:t>
            </a:r>
            <a:r>
              <a:rPr lang="en-US" dirty="0"/>
              <a:t> </a:t>
            </a:r>
            <a:r>
              <a:rPr lang="en-US" dirty="0" err="1"/>
              <a:t>achteraan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4 Andere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98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Derik </a:t>
            </a:r>
            <a:r>
              <a:rPr lang="en-US" dirty="0" err="1"/>
              <a:t>bedenkt</a:t>
            </a:r>
            <a:r>
              <a:rPr lang="en-US" dirty="0"/>
              <a:t> </a:t>
            </a:r>
            <a:r>
              <a:rPr lang="en-US" dirty="0" err="1"/>
              <a:t>zich</a:t>
            </a:r>
            <a:r>
              <a:rPr lang="en-US" dirty="0"/>
              <a:t>: </a:t>
            </a:r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ordenen</a:t>
            </a:r>
            <a:r>
              <a:rPr lang="en-US" dirty="0"/>
              <a:t> we </a:t>
            </a:r>
            <a:r>
              <a:rPr lang="en-US" dirty="0" err="1"/>
              <a:t>snachts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alle containers op je </a:t>
            </a:r>
            <a:r>
              <a:rPr lang="en-US" dirty="0" err="1"/>
              <a:t>juiste</a:t>
            </a:r>
            <a:r>
              <a:rPr lang="en-US" dirty="0"/>
              <a:t> </a:t>
            </a:r>
            <a:r>
              <a:rPr lang="en-US" dirty="0" err="1"/>
              <a:t>volgorde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7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ons</a:t>
            </a:r>
            <a:r>
              <a:rPr lang="en-US" dirty="0"/>
              <a:t> concept </a:t>
            </a:r>
            <a:r>
              <a:rPr lang="en-US" dirty="0" err="1"/>
              <a:t>kan</a:t>
            </a:r>
            <a:r>
              <a:rPr lang="en-US" dirty="0"/>
              <a:t> Derik </a:t>
            </a:r>
            <a:r>
              <a:rPr lang="en-US" dirty="0" err="1"/>
              <a:t>sneller</a:t>
            </a:r>
            <a:r>
              <a:rPr lang="en-US" dirty="0"/>
              <a:t> </a:t>
            </a:r>
            <a:r>
              <a:rPr lang="en-US" dirty="0" err="1"/>
              <a:t>aanslag</a:t>
            </a:r>
            <a:r>
              <a:rPr lang="en-US" dirty="0"/>
              <a:t>. Als </a:t>
            </a:r>
            <a:r>
              <a:rPr lang="en-US" dirty="0" err="1"/>
              <a:t>ik</a:t>
            </a:r>
            <a:r>
              <a:rPr lang="en-US" dirty="0"/>
              <a:t> nu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derik</a:t>
            </a:r>
            <a:r>
              <a:rPr lang="en-US" dirty="0"/>
              <a:t> </a:t>
            </a:r>
            <a:r>
              <a:rPr lang="en-US" dirty="0" err="1"/>
              <a:t>vraag</a:t>
            </a:r>
            <a:r>
              <a:rPr lang="en-US" dirty="0"/>
              <a:t> of </a:t>
            </a:r>
            <a:r>
              <a:rPr lang="en-US" dirty="0" err="1"/>
              <a:t>hij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beetje</a:t>
            </a:r>
            <a:r>
              <a:rPr lang="en-US" dirty="0"/>
              <a:t> </a:t>
            </a:r>
            <a:r>
              <a:rPr lang="en-US" dirty="0" err="1"/>
              <a:t>tevreden</a:t>
            </a:r>
            <a:r>
              <a:rPr lang="en-US" dirty="0"/>
              <a:t>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08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Krijgen</a:t>
            </a:r>
            <a:r>
              <a:rPr lang="en-US" dirty="0"/>
              <a:t> we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1C297-F7BD-794B-B4E5-2A3A3017B9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1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AA9D-6829-4707-1B8E-5378092DA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56FAD-2EE6-6C89-9797-1B33402C1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DCF8-5F2B-B131-E639-DFF5B161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705C-4A26-8E1A-1DDD-C36E9DC2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DF306-3A99-5C0D-1845-CFF23E20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1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7C30-2E98-786A-9F73-10BD90F5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41B4-3DBC-AC1B-2F5F-C9D08FAA1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2A4A1-6BAB-4416-0F57-27E338D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0C04-B144-FF51-D2AE-884EB01E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0E00F-5AD4-D514-0259-957BE381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0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E805-D7ED-DAE6-2342-B8AE80E0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8C870-20D4-D6CE-066D-EEE366966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96154-B778-8EC8-73CA-B296CB06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22869-4BD4-0899-8455-0E90B40B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BC27-D348-A7D3-989A-6ADA7385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1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171C-191F-F0E9-2671-7870BED3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DF09-36F5-8BBF-6CC0-02F4E0CD5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4A765-1298-95F8-81C2-20E72DAA4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835B1-4379-800A-7FD8-ACC90BAF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25B18-C52D-1188-E150-203FDCE8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634C7-A916-2F3C-9AF7-C7F8DEC8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AAAF-A5AB-D44B-E149-2E14A4DA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458B1-7A31-AA30-C660-3EF8170C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247DF-F246-EFF8-5DD1-227C2CD7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1B35E-6C5F-0FB4-1C07-0B09B2F51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E5E89-5D6A-A343-4D1F-9A5030C93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018C7-BF19-D4C6-D248-9AB9A1DE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242E4-C2E9-4B83-1A0F-AE4301BB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2DFBC-4FB2-B797-EB30-F5B05695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2504-0FAC-F6A3-96EE-7B58C8E2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CC8B5-3A62-5E50-8EEC-E177B787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CE1BB-61F7-6A55-F693-18F36127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F268A-195F-D4B8-0A21-E5EF4D78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2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E2A53-EC26-9B6B-5BAA-A131D7D5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DCBBA-AC79-44AB-61F4-5FF9EECE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9627-A99E-E94A-C5C3-0BF31BC1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3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6603-F6CE-5AD2-5DDA-A59FBD1C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3C9A-AC8D-881C-7620-AADC8BFF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B5FD4-075B-7870-1255-6E2CF6955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7C90-87E6-6C3D-955B-377F5D38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5A48-983A-E524-8C87-D6D59062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2210F-FA34-F9A3-0EDA-55B8DCB6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4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9516-36BE-CC8C-046D-69D9E602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C2105-7BF8-819A-8EC0-F8699A4E8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E75F7-7CDA-5844-FA25-4AA36A2B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07D46-5018-D841-865E-76011F35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1E441-DE88-605C-3420-DF9EAE03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A0F4C-A16B-FBE6-29A1-DD3AF3B3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4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079D-18DD-5B65-2E83-29536C41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9716F-902C-DB94-F687-C4A169E12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A09-36BA-280F-326D-8C8C45D7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0159-3600-9ED9-F87F-297A8201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6D273-0687-937B-9C8D-4135F35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7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F818F-C2A3-C44E-839D-B4D32B811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DA7AA-8DCE-2D7E-27EC-2CF4D2F2D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0B9DA-CDC3-1B07-00E2-5B4B7956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F2CD-0E20-287F-98C8-90A476E8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87928-496E-64CE-D6B4-6033D127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27B85-2D8C-08EE-2B3F-AC239668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6AC8C-5260-45E4-376E-34ACA9AC0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DE3A-9C31-7AF4-A9D9-C06E59B87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A70FA-9A38-124C-AB3B-DCE7A38BA7AC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9B3A-E4D7-F77C-AE26-6A53A079D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C9BCA-2154-B668-9994-45CAFF4B2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5FA1E-F411-A44B-92EF-2F93E9CD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8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11C8-B585-2E2E-8BA7-B130F2FB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pic>
        <p:nvPicPr>
          <p:cNvPr id="40" name="Picture 39" descr="A person standing on a railing with containers in the background&#10;&#10;AI-generated content may be incorrect.">
            <a:extLst>
              <a:ext uri="{FF2B5EF4-FFF2-40B4-BE49-F238E27FC236}">
                <a16:creationId xmlns:a16="http://schemas.microsoft.com/office/drawing/2014/main" id="{42692E93-D516-08DC-F5D6-5216C7E601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CF47842B-B678-2E94-A675-9F9D92E8E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7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10F3-D016-B630-4AF3-13B602A4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person in a safety vest and hard hat standing on a railing with containers in the background&#10;&#10;AI-generated content may be incorrect.">
            <a:extLst>
              <a:ext uri="{FF2B5EF4-FFF2-40B4-BE49-F238E27FC236}">
                <a16:creationId xmlns:a16="http://schemas.microsoft.com/office/drawing/2014/main" id="{D47E9674-C9F7-A05A-C992-EA777D8614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" y="0"/>
            <a:ext cx="12180725" cy="68580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01EDA0-D6F5-0DDD-FF1C-9069A60F4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9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BE5E-FFD6-8CFC-F628-8177DB53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718B-918F-B5EE-8AEF-E6443F803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erson standing on a railing looking at a lot of containers&#10;&#10;AI-generated content may be incorrect.">
            <a:extLst>
              <a:ext uri="{FF2B5EF4-FFF2-40B4-BE49-F238E27FC236}">
                <a16:creationId xmlns:a16="http://schemas.microsoft.com/office/drawing/2014/main" id="{A9411812-8A49-DEDD-C11B-962F7F79C47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0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5209-4987-7CE0-13C3-A63496FB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8D1C-846B-D813-11BA-3468A757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person in a hard hat&#10;&#10;AI-generated content may be incorrect.">
            <a:extLst>
              <a:ext uri="{FF2B5EF4-FFF2-40B4-BE49-F238E27FC236}">
                <a16:creationId xmlns:a16="http://schemas.microsoft.com/office/drawing/2014/main" id="{D00D4D70-D1B6-0E6B-CABE-F2A858D211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" y="0"/>
            <a:ext cx="12180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0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71E3-1B09-BA21-365E-E47EB679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3BB48-DBFC-9C77-49E0-D928EB527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3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7ACB-C5D8-DA64-95D8-E9997E98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person in a hard hat and vest standing next to a container ship&#10;&#10;AI-generated content may be incorrect.">
            <a:extLst>
              <a:ext uri="{FF2B5EF4-FFF2-40B4-BE49-F238E27FC236}">
                <a16:creationId xmlns:a16="http://schemas.microsoft.com/office/drawing/2014/main" id="{96416270-DBEB-92EE-A218-ADBE36331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210249" cy="68746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91C547-F5EF-3D59-3BE3-47C205E85D6B}"/>
              </a:ext>
            </a:extLst>
          </p:cNvPr>
          <p:cNvSpPr txBox="1"/>
          <p:nvPr/>
        </p:nvSpPr>
        <p:spPr>
          <a:xfrm>
            <a:off x="15599229" y="-21553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7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B31C-3CEE-E2DB-0B65-93525D4E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person standing on a deck with containers in the background&#10;&#10;AI-generated content may be incorrect.">
            <a:extLst>
              <a:ext uri="{FF2B5EF4-FFF2-40B4-BE49-F238E27FC236}">
                <a16:creationId xmlns:a16="http://schemas.microsoft.com/office/drawing/2014/main" id="{53ADBA50-D882-5778-F0F3-19C03A4D9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5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116</Words>
  <Application>Microsoft Macintosh PowerPoint</Application>
  <PresentationFormat>Widescreen</PresentationFormat>
  <Paragraphs>13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Reuvekamp</dc:creator>
  <cp:lastModifiedBy>Niels Reuvekamp</cp:lastModifiedBy>
  <cp:revision>7</cp:revision>
  <dcterms:created xsi:type="dcterms:W3CDTF">2026-02-27T11:12:37Z</dcterms:created>
  <dcterms:modified xsi:type="dcterms:W3CDTF">2026-02-28T20:42:27Z</dcterms:modified>
</cp:coreProperties>
</file>