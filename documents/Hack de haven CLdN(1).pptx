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1" r:id="rId2"/>
    <p:sldId id="265" r:id="rId3"/>
    <p:sldId id="264" r:id="rId4"/>
    <p:sldId id="260" r:id="rId5"/>
    <p:sldId id="266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60"/>
    <p:restoredTop sz="94647"/>
  </p:normalViewPr>
  <p:slideViewPr>
    <p:cSldViewPr snapToGrid="0">
      <p:cViewPr varScale="1">
        <p:scale>
          <a:sx n="118" d="100"/>
          <a:sy n="118" d="100"/>
        </p:scale>
        <p:origin x="208" y="9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933987-16E0-B743-B68D-3C7230F43AFD}" type="datetimeFigureOut">
              <a:rPr lang="en-US" smtClean="0"/>
              <a:t>2/27/26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61C297-F7BD-794B-B4E5-2A3A3017B9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004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Ik neem je mee </a:t>
            </a:r>
            <a:r>
              <a:rPr lang="en-US" dirty="0" err="1"/>
              <a:t>naar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Andere haven</a:t>
            </a:r>
            <a:br>
              <a:rPr lang="en-US" dirty="0"/>
            </a:br>
            <a:r>
              <a:rPr lang="en-US" dirty="0"/>
              <a:t>zee Brugge 6 </a:t>
            </a:r>
            <a:r>
              <a:rPr lang="en-US" dirty="0" err="1"/>
              <a:t>uur</a:t>
            </a:r>
            <a:r>
              <a:rPr lang="en-US" dirty="0"/>
              <a:t> </a:t>
            </a:r>
            <a:r>
              <a:rPr lang="en-US" dirty="0" err="1"/>
              <a:t>sochtend</a:t>
            </a:r>
            <a:r>
              <a:rPr lang="en-US" dirty="0"/>
              <a:t>. Er </a:t>
            </a:r>
            <a:r>
              <a:rPr lang="en-US" dirty="0" err="1"/>
              <a:t>komt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nieuwe</a:t>
            </a:r>
            <a:r>
              <a:rPr lang="en-US" dirty="0"/>
              <a:t> </a:t>
            </a:r>
            <a:r>
              <a:rPr lang="en-US" dirty="0" err="1"/>
              <a:t>schip</a:t>
            </a:r>
            <a:r>
              <a:rPr lang="en-US" dirty="0"/>
              <a:t> </a:t>
            </a:r>
            <a:r>
              <a:rPr lang="en-US" dirty="0" err="1"/>
              <a:t>binnen</a:t>
            </a:r>
            <a:r>
              <a:rPr lang="en-US" dirty="0"/>
              <a:t> </a:t>
            </a:r>
            <a:r>
              <a:rPr lang="en-US" dirty="0" err="1"/>
              <a:t>varen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61C297-F7BD-794B-B4E5-2A3A3017B92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5990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Dit is </a:t>
            </a:r>
            <a:r>
              <a:rPr lang="en-US" dirty="0" err="1"/>
              <a:t>derik</a:t>
            </a:r>
            <a:r>
              <a:rPr lang="en-US" dirty="0"/>
              <a:t> </a:t>
            </a:r>
            <a:r>
              <a:rPr lang="en-US" dirty="0" err="1"/>
              <a:t>hij</a:t>
            </a:r>
            <a:r>
              <a:rPr lang="en-US" dirty="0"/>
              <a:t> is </a:t>
            </a:r>
            <a:r>
              <a:rPr lang="en-US" dirty="0" err="1"/>
              <a:t>verandwoordelijk</a:t>
            </a:r>
            <a:r>
              <a:rPr lang="en-US" dirty="0"/>
              <a:t> </a:t>
            </a:r>
            <a:r>
              <a:rPr lang="en-US" dirty="0" err="1"/>
              <a:t>voor</a:t>
            </a:r>
            <a:r>
              <a:rPr lang="en-US" dirty="0"/>
              <a:t> het in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uiladen</a:t>
            </a:r>
            <a:r>
              <a:rPr lang="en-US" dirty="0"/>
              <a:t> van het </a:t>
            </a:r>
            <a:r>
              <a:rPr lang="en-US" dirty="0" err="1"/>
              <a:t>schip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61C297-F7BD-794B-B4E5-2A3A3017B92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3462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 </a:t>
            </a:r>
            <a:r>
              <a:rPr lang="en-US" dirty="0" err="1"/>
              <a:t>staat</a:t>
            </a:r>
            <a:r>
              <a:rPr lang="en-US" dirty="0"/>
              <a:t> het </a:t>
            </a:r>
            <a:r>
              <a:rPr lang="en-US" dirty="0" err="1"/>
              <a:t>schip</a:t>
            </a:r>
            <a:r>
              <a:rPr lang="en-US" dirty="0"/>
              <a:t> </a:t>
            </a:r>
            <a:r>
              <a:rPr lang="en-US" dirty="0" err="1"/>
              <a:t>aan</a:t>
            </a:r>
            <a:r>
              <a:rPr lang="en-US" dirty="0"/>
              <a:t> het dock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kan</a:t>
            </a:r>
            <a:r>
              <a:rPr lang="en-US" dirty="0"/>
              <a:t> de </a:t>
            </a:r>
            <a:r>
              <a:rPr lang="en-US" dirty="0" err="1"/>
              <a:t>eerste</a:t>
            </a:r>
            <a:r>
              <a:rPr lang="en-US" dirty="0"/>
              <a:t> container </a:t>
            </a:r>
            <a:r>
              <a:rPr lang="en-US" dirty="0" err="1"/>
              <a:t>kan</a:t>
            </a:r>
            <a:r>
              <a:rPr lang="en-US" dirty="0"/>
              <a:t> er op. maar </a:t>
            </a:r>
            <a:r>
              <a:rPr lang="en-US" dirty="0" err="1"/>
              <a:t>hij</a:t>
            </a:r>
            <a:r>
              <a:rPr lang="en-US" dirty="0"/>
              <a:t> </a:t>
            </a:r>
            <a:r>
              <a:rPr lang="en-US" dirty="0" err="1"/>
              <a:t>staat</a:t>
            </a:r>
            <a:r>
              <a:rPr lang="en-US" dirty="0"/>
              <a:t> </a:t>
            </a:r>
            <a:r>
              <a:rPr lang="en-US" dirty="0" err="1"/>
              <a:t>natuurlijk</a:t>
            </a:r>
            <a:r>
              <a:rPr lang="en-US" dirty="0"/>
              <a:t> </a:t>
            </a:r>
            <a:r>
              <a:rPr lang="en-US" dirty="0" err="1"/>
              <a:t>ergens</a:t>
            </a:r>
            <a:r>
              <a:rPr lang="en-US" dirty="0"/>
              <a:t> </a:t>
            </a:r>
            <a:r>
              <a:rPr lang="en-US" dirty="0" err="1"/>
              <a:t>achteraan</a:t>
            </a:r>
            <a:r>
              <a:rPr lang="en-US" dirty="0"/>
              <a:t> </a:t>
            </a:r>
            <a:r>
              <a:rPr lang="en-US" dirty="0" err="1"/>
              <a:t>onder</a:t>
            </a:r>
            <a:r>
              <a:rPr lang="en-US" dirty="0"/>
              <a:t> 4 Andere containers.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61C297-F7BD-794B-B4E5-2A3A3017B92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3988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Derik </a:t>
            </a:r>
            <a:r>
              <a:rPr lang="en-US" dirty="0" err="1"/>
              <a:t>bedenkt</a:t>
            </a:r>
            <a:r>
              <a:rPr lang="en-US" dirty="0"/>
              <a:t> </a:t>
            </a:r>
            <a:r>
              <a:rPr lang="en-US" dirty="0" err="1"/>
              <a:t>zich</a:t>
            </a:r>
            <a:r>
              <a:rPr lang="en-US" dirty="0"/>
              <a:t>: </a:t>
            </a:r>
            <a:r>
              <a:rPr lang="en-US" dirty="0" err="1"/>
              <a:t>Waarom</a:t>
            </a:r>
            <a:r>
              <a:rPr lang="en-US" dirty="0"/>
              <a:t> </a:t>
            </a:r>
            <a:r>
              <a:rPr lang="en-US" dirty="0" err="1"/>
              <a:t>ordenen</a:t>
            </a:r>
            <a:r>
              <a:rPr lang="en-US" dirty="0"/>
              <a:t> we </a:t>
            </a:r>
            <a:r>
              <a:rPr lang="en-US" dirty="0" err="1"/>
              <a:t>snachts</a:t>
            </a:r>
            <a:r>
              <a:rPr lang="en-US" dirty="0"/>
              <a:t> </a:t>
            </a:r>
            <a:r>
              <a:rPr lang="en-US" dirty="0" err="1"/>
              <a:t>niet</a:t>
            </a:r>
            <a:r>
              <a:rPr lang="en-US" dirty="0"/>
              <a:t> alle containers op je </a:t>
            </a:r>
            <a:r>
              <a:rPr lang="en-US" dirty="0" err="1"/>
              <a:t>juiste</a:t>
            </a:r>
            <a:r>
              <a:rPr lang="en-US" dirty="0"/>
              <a:t> </a:t>
            </a:r>
            <a:r>
              <a:rPr lang="en-US" dirty="0" err="1"/>
              <a:t>volgorde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61C297-F7BD-794B-B4E5-2A3A3017B92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0750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</a:t>
            </a:r>
            <a:r>
              <a:rPr lang="en-US" dirty="0" err="1"/>
              <a:t>ons</a:t>
            </a:r>
            <a:r>
              <a:rPr lang="en-US" dirty="0"/>
              <a:t> concept </a:t>
            </a:r>
            <a:r>
              <a:rPr lang="en-US" dirty="0" err="1"/>
              <a:t>kan</a:t>
            </a:r>
            <a:r>
              <a:rPr lang="en-US" dirty="0"/>
              <a:t> Derik </a:t>
            </a:r>
            <a:r>
              <a:rPr lang="en-US" dirty="0" err="1"/>
              <a:t>sneller</a:t>
            </a:r>
            <a:r>
              <a:rPr lang="en-US" dirty="0"/>
              <a:t> </a:t>
            </a:r>
            <a:r>
              <a:rPr lang="en-US" dirty="0" err="1"/>
              <a:t>aanslag</a:t>
            </a:r>
            <a:r>
              <a:rPr lang="en-US" dirty="0"/>
              <a:t>. Als </a:t>
            </a:r>
            <a:r>
              <a:rPr lang="en-US" dirty="0" err="1"/>
              <a:t>ik</a:t>
            </a:r>
            <a:r>
              <a:rPr lang="en-US" dirty="0"/>
              <a:t> nu </a:t>
            </a:r>
            <a:r>
              <a:rPr lang="en-US" dirty="0" err="1"/>
              <a:t>aan</a:t>
            </a:r>
            <a:r>
              <a:rPr lang="en-US" dirty="0"/>
              <a:t> </a:t>
            </a:r>
            <a:r>
              <a:rPr lang="en-US" dirty="0" err="1"/>
              <a:t>derik</a:t>
            </a:r>
            <a:r>
              <a:rPr lang="en-US" dirty="0"/>
              <a:t> </a:t>
            </a:r>
            <a:r>
              <a:rPr lang="en-US" dirty="0" err="1"/>
              <a:t>vraag</a:t>
            </a:r>
            <a:r>
              <a:rPr lang="en-US" dirty="0"/>
              <a:t> of </a:t>
            </a:r>
            <a:r>
              <a:rPr lang="en-US" dirty="0" err="1"/>
              <a:t>hij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beetje</a:t>
            </a:r>
            <a:r>
              <a:rPr lang="en-US" dirty="0"/>
              <a:t> </a:t>
            </a:r>
            <a:r>
              <a:rPr lang="en-US" dirty="0" err="1"/>
              <a:t>tevreden</a:t>
            </a:r>
            <a:r>
              <a:rPr lang="en-US" dirty="0"/>
              <a:t> 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61C297-F7BD-794B-B4E5-2A3A3017B92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1088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Krijgen</a:t>
            </a:r>
            <a:r>
              <a:rPr lang="en-US" dirty="0"/>
              <a:t> we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61C297-F7BD-794B-B4E5-2A3A3017B92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4133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AAA9D-6829-4707-1B8E-5378092DA6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E56FAD-2EE6-6C89-9797-1B33402C1B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D8DCF8-5F2B-B131-E639-DFF5B1619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A70FA-9A38-124C-AB3B-DCE7A38BA7AC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45705C-4A26-8E1A-1DDD-C36E9DC22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CDF306-3A99-5C0D-1845-CFF23E204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5FA1E-F411-A44B-92EF-2F93E9CDC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910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E7C30-2E98-786A-9F73-10BD90F5A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C41B4-3DBC-AC1B-2F5F-C9D08FAA1A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52A4A1-6BAB-4416-0F57-27E338DA6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A70FA-9A38-124C-AB3B-DCE7A38BA7AC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90C04-B144-FF51-D2AE-884EB01ED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0E00F-5AD4-D514-0259-957BE3810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5FA1E-F411-A44B-92EF-2F93E9CDC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107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5E805-D7ED-DAE6-2342-B8AE80E03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8C870-20D4-D6CE-066D-EEE366966F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296154-B778-8EC8-73CA-B296CB060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A70FA-9A38-124C-AB3B-DCE7A38BA7AC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C22869-4BD4-0899-8455-0E90B40BE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DBC27-D348-A7D3-989A-6ADA73859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5FA1E-F411-A44B-92EF-2F93E9CDC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912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B171C-191F-F0E9-2671-7870BED38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7DF09-36F5-8BBF-6CC0-02F4E0CD52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74A765-1298-95F8-81C2-20E72DAA40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6835B1-4379-800A-7FD8-ACC90BAFB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A70FA-9A38-124C-AB3B-DCE7A38BA7AC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A25B18-C52D-1188-E150-203FDCE87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A634C7-A916-2F3C-9AF7-C7F8DEC8B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5FA1E-F411-A44B-92EF-2F93E9CDC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22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5AAAF-A5AB-D44B-E149-2E14A4DA7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458B1-7A31-AA30-C660-3EF8170C7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E247DF-F246-EFF8-5DD1-227C2CD7BE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A1B35E-6C5F-0FB4-1C07-0B09B2F519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2E5E89-5D6A-A343-4D1F-9A5030C937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2018C7-BF19-D4C6-D248-9AB9A1DEB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A70FA-9A38-124C-AB3B-DCE7A38BA7AC}" type="datetimeFigureOut">
              <a:rPr lang="en-US" smtClean="0"/>
              <a:t>2/27/26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2242E4-C2E9-4B83-1A0F-AE4301BB8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F2DFBC-4FB2-B797-EB30-F5B056952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5FA1E-F411-A44B-92EF-2F93E9CDC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804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E2504-0FAC-F6A3-96EE-7B58C8E29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7CC8B5-3A62-5E50-8EEC-E177B787F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A70FA-9A38-124C-AB3B-DCE7A38BA7AC}" type="datetimeFigureOut">
              <a:rPr lang="en-US" smtClean="0"/>
              <a:t>2/27/26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ACE1BB-61F7-6A55-F693-18F36127C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CF268A-195F-D4B8-0A21-E5EF4D78D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5FA1E-F411-A44B-92EF-2F93E9CDC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727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5E2A53-EC26-9B6B-5BAA-A131D7D57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A70FA-9A38-124C-AB3B-DCE7A38BA7AC}" type="datetimeFigureOut">
              <a:rPr lang="en-US" smtClean="0"/>
              <a:t>2/27/26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DDCBBA-AC79-44AB-61F4-5FF9EECE2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DA9627-A99E-E94A-C5C3-0BF31BC15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5FA1E-F411-A44B-92EF-2F93E9CDC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239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86603-F6CE-5AD2-5DDA-A59FBD1C0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23C9A-AC8D-881C-7620-AADC8BFF60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AB5FD4-075B-7870-1255-6E2CF69558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A97C90-87E6-6C3D-955B-377F5D388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A70FA-9A38-124C-AB3B-DCE7A38BA7AC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815A48-983A-E524-8C87-D6D59062D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D2210F-FA34-F9A3-0EDA-55B8DCB6E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5FA1E-F411-A44B-92EF-2F93E9CDC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244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B9516-36BE-CC8C-046D-69D9E6025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AC2105-7BF8-819A-8EC0-F8699A4E82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2E75F7-7CDA-5844-FA25-4AA36A2B6D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07D46-5018-D841-865E-76011F35D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A70FA-9A38-124C-AB3B-DCE7A38BA7AC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D1E441-DE88-605C-3420-DF9EAE03F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EA0F4C-A16B-FBE6-29A1-DD3AF3B35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5FA1E-F411-A44B-92EF-2F93E9CDC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943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4079D-18DD-5B65-2E83-29536C41B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D9716F-902C-DB94-F687-C4A169E128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D3A09-36BA-280F-326D-8C8C45D78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A70FA-9A38-124C-AB3B-DCE7A38BA7AC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C0159-3600-9ED9-F87F-297A82015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06D273-0687-937B-9C8D-4135F3558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5FA1E-F411-A44B-92EF-2F93E9CDC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976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0F818F-C2A3-C44E-839D-B4D32B811D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CDA7AA-8DCE-2D7E-27EC-2CF4D2F2D9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A0B9DA-CDC3-1B07-00E2-5B4B79565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A70FA-9A38-124C-AB3B-DCE7A38BA7AC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2FF2CD-0E20-287F-98C8-90A476E88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F87928-496E-64CE-D6B4-6033D1270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5FA1E-F411-A44B-92EF-2F93E9CDC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887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627B85-2D8C-08EE-2B3F-AC239668C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36AC8C-5260-45E4-376E-34ACA9AC07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3DE3A-9C31-7AF4-A9D9-C06E59B878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8A70FA-9A38-124C-AB3B-DCE7A38BA7AC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69B3A-E4D7-F77C-AE26-6A53A079D6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CC9BCA-2154-B668-9994-45CAFF4B2F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45FA1E-F411-A44B-92EF-2F93E9CDC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887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111C8-B585-2E2E-8BA7-B130F2FB3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</a:t>
            </a:r>
          </a:p>
        </p:txBody>
      </p:sp>
      <p:pic>
        <p:nvPicPr>
          <p:cNvPr id="40" name="Picture 39" descr="A person standing on a railing with containers in the background&#10;&#10;AI-generated content may be incorrect.">
            <a:extLst>
              <a:ext uri="{FF2B5EF4-FFF2-40B4-BE49-F238E27FC236}">
                <a16:creationId xmlns:a16="http://schemas.microsoft.com/office/drawing/2014/main" id="{42692E93-D516-08DC-F5D6-5216C7E601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2" name="Content Placeholder 41">
            <a:extLst>
              <a:ext uri="{FF2B5EF4-FFF2-40B4-BE49-F238E27FC236}">
                <a16:creationId xmlns:a16="http://schemas.microsoft.com/office/drawing/2014/main" id="{CF47842B-B678-2E94-A675-9F9D92E8E7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98740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710F3-D016-B630-4AF3-13B602A4B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 descr="A person in a safety vest and hard hat standing on a railing with containers in the background&#10;&#10;AI-generated content may be incorrect.">
            <a:extLst>
              <a:ext uri="{FF2B5EF4-FFF2-40B4-BE49-F238E27FC236}">
                <a16:creationId xmlns:a16="http://schemas.microsoft.com/office/drawing/2014/main" id="{D47E9674-C9F7-A05A-C992-EA777D8614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" y="0"/>
            <a:ext cx="12180725" cy="6858000"/>
          </a:xfrm>
          <a:prstGeom prst="rect">
            <a:avLst/>
          </a:pr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B01EDA0-D6F5-0DDD-FF1C-9069A60F44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992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1BE5E-FFD6-8CFC-F628-8177DB53D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2718B-918F-B5EE-8AEF-E6443F803F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A person standing on a railing looking at a lot of containers&#10;&#10;AI-generated content may be incorrect.">
            <a:extLst>
              <a:ext uri="{FF2B5EF4-FFF2-40B4-BE49-F238E27FC236}">
                <a16:creationId xmlns:a16="http://schemas.microsoft.com/office/drawing/2014/main" id="{A9411812-8A49-DEDD-C11B-962F7F79C4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07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278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05209-4987-7CE0-13C3-A63496FB5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18D1C-846B-D813-11BA-3468A7575F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 descr="A person in a hard hat&#10;&#10;AI-generated content may be incorrect.">
            <a:extLst>
              <a:ext uri="{FF2B5EF4-FFF2-40B4-BE49-F238E27FC236}">
                <a16:creationId xmlns:a16="http://schemas.microsoft.com/office/drawing/2014/main" id="{D00D4D70-D1B6-0E6B-CABE-F2A858D211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" y="0"/>
            <a:ext cx="121807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805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071E3-1B09-BA21-365E-E47EB679C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3BB48-DBFC-9C77-49E0-D928EB5273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430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67ACB-C5D8-DA64-95D8-E9997E981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" name="Content Placeholder 12" descr="A person in a hard hat and vest standing next to a container ship&#10;&#10;AI-generated content may be incorrect.">
            <a:extLst>
              <a:ext uri="{FF2B5EF4-FFF2-40B4-BE49-F238E27FC236}">
                <a16:creationId xmlns:a16="http://schemas.microsoft.com/office/drawing/2014/main" id="{96416270-DBEB-92EE-A218-ADBE363317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-1"/>
            <a:ext cx="12210249" cy="687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372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AB31C-3CEE-E2DB-0B65-93525D4E4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Content Placeholder 7" descr="A person standing on a deck with containers in the background&#10;&#10;AI-generated content may be incorrect.">
            <a:extLst>
              <a:ext uri="{FF2B5EF4-FFF2-40B4-BE49-F238E27FC236}">
                <a16:creationId xmlns:a16="http://schemas.microsoft.com/office/drawing/2014/main" id="{53ADBA50-D882-5778-F0F3-19C03A4D90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64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5583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111</Words>
  <Application>Microsoft Macintosh PowerPoint</Application>
  <PresentationFormat>Widescreen</PresentationFormat>
  <Paragraphs>13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v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Niels Reuvekamp</dc:creator>
  <cp:lastModifiedBy>Niels Reuvekamp</cp:lastModifiedBy>
  <cp:revision>4</cp:revision>
  <dcterms:created xsi:type="dcterms:W3CDTF">2026-02-27T11:12:37Z</dcterms:created>
  <dcterms:modified xsi:type="dcterms:W3CDTF">2026-02-27T14:19:12Z</dcterms:modified>
</cp:coreProperties>
</file>